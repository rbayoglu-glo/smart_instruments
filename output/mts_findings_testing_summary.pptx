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MTS 6DOF Findings and Testing Summary (L231147 L5-S1)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Testing and Analysis Setup</a:t>
            </a:r>
          </a:p>
          <a:p>
            <a:pPr lvl="1">
              <a:defRPr sz="1200"/>
            </a:pPr>
            <a:r>
              <a:t>6 interventions x 3 motions (Flex/Ext, Lateral Bending, Axial Rotation)</a:t>
            </a:r>
          </a:p>
          <a:p>
            <a:pPr lvl="1">
              <a:defRPr sz="1200"/>
            </a:pPr>
            <a:r>
              <a:t>Third cycle extracted for each motion and intervention</a:t>
            </a:r>
          </a:p>
          <a:p>
            <a:pPr lvl="1">
              <a:defRPr sz="1200"/>
            </a:pPr>
            <a:r>
              <a:t>Linear stiffness from loading branch fit: M = k*theta + b</a:t>
            </a:r>
          </a:p>
          <a:p>
            <a:pPr lvl="1">
              <a:defRPr sz="1200"/>
            </a:pPr>
            <a:r>
              <a:t>Fit windows: FE 0.5-2.0 deg, LB 0.5-2.0 deg, AR 0.5-1.0 deg</a:t>
            </a:r>
          </a:p>
          <a:p>
            <a:pPr lvl="1">
              <a:defRPr sz="1200"/>
            </a:pPr>
            <a:r>
              <a:t>Additional metric: theta at 7.5 Nm on positive loading branch</a:t>
            </a:r>
          </a:p>
        </p:txBody>
      </p:sp>
      <p:pic>
        <p:nvPicPr>
          <p:cNvPr id="4" name="Picture 3" descr="Intact_stiff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22960"/>
            <a:ext cx="5303520" cy="14649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24612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Findings: Linear Stiffness Ranking (higher |k| = stiffer)</a:t>
            </a:r>
          </a:p>
          <a:p>
            <a:pPr lvl="1">
              <a:defRPr sz="1100"/>
            </a:pPr>
            <a:r>
              <a:t>Flexion/Extension: PUBF Left &gt; Intact &gt; FUF Left &gt; FBF &gt; Posterior Release &gt; SPO</a:t>
            </a:r>
          </a:p>
          <a:p>
            <a:pPr lvl="1">
              <a:defRPr sz="1100"/>
            </a:pPr>
            <a:r>
              <a:t>Lateral Bending: PUBF Left &gt; FUF Left &gt; Intact &gt; FBF &gt; Posterior Release &gt; SPO</a:t>
            </a:r>
          </a:p>
          <a:p>
            <a:pPr lvl="1">
              <a:defRPr sz="1100"/>
            </a:pPr>
            <a:r>
              <a:t>Axial Rotation: FUF Left &gt; Intact &gt; PUBF Left &gt; FBF &gt; Posterior Release &gt; SPO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24612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Findings: Theta at 7.5 Nm (lower theta = stiffer)</a:t>
            </a:r>
          </a:p>
          <a:p>
            <a:pPr lvl="1">
              <a:defRPr sz="1100"/>
            </a:pPr>
            <a:r>
              <a:t>Flexion/Extension: Intact &gt; FUF Left &gt; PUBF Left &gt; Posterior Release &gt; FBF &gt; SPO</a:t>
            </a:r>
          </a:p>
          <a:p>
            <a:pPr lvl="1">
              <a:defRPr sz="1100"/>
            </a:pPr>
            <a:r>
              <a:t>Lateral Bending: PUBF Left &gt; FUF Left &gt; FBF &gt; Posterior Release &gt; Intact &gt; SPO</a:t>
            </a:r>
          </a:p>
          <a:p>
            <a:pPr lvl="1">
              <a:defRPr sz="1100"/>
            </a:pPr>
            <a:r>
              <a:t>Axial Rotation: FUF Left &gt; PUBF Left &gt; Intact &gt; FBF &gt; Posterior Release &gt; SPO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