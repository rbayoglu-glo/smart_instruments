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/>
              <a:t>Spreader Stiffness: Step-by-Step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Plot raw force/theta sync traces across interventions.</a:t>
            </a:r>
          </a:p>
          <a:p>
            <a:pPr>
              <a:defRPr sz="2000"/>
            </a:pPr>
            <a:r>
              <a:t>2. Apply filtering and preload/theta0 corrections.</a:t>
            </a:r>
          </a:p>
          <a:p>
            <a:pPr>
              <a:defRPr sz="2000"/>
            </a:pPr>
            <a:r>
              <a:t>3. Detect and mark ramp starts.</a:t>
            </a:r>
          </a:p>
          <a:p>
            <a:pPr>
              <a:defRPr sz="2000"/>
            </a:pPr>
            <a:r>
              <a:t>4. Mark transition-flagged cycles as ineligible.</a:t>
            </a:r>
          </a:p>
          <a:p>
            <a:pPr>
              <a:defRPr sz="2000"/>
            </a:pPr>
            <a:r>
              <a:t>5. Fit force-tip and moment-theta stiffness (some cycles can fail fit criteria).</a:t>
            </a:r>
          </a:p>
          <a:p>
            <a:pPr>
              <a:defRPr sz="2000"/>
            </a:pPr>
            <a:r>
              <a:t>6. Report rankings from valid fitted cycles.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1: Raw Force vs Time</a:t>
            </a:r>
          </a:p>
        </p:txBody>
      </p:sp>
      <p:pic>
        <p:nvPicPr>
          <p:cNvPr id="3" name="Picture 2" descr="sync_check_all_intervention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Raw distraction force trace with synchronized angle per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2: Force Without Preload vs Time</a:t>
            </a:r>
          </a:p>
        </p:txBody>
      </p:sp>
      <p:pic>
        <p:nvPicPr>
          <p:cNvPr id="3" name="Picture 2" descr="sync_check_all_interventions_stacked_preload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Preload-corrected force; dashed lines show secant force 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4: Mark Ineligible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Cycle eligibility summary (preload-free transition flags)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Intervention                n_cycles   eligible   ineligible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FUF  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Intact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PUF  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Posterior Release                10         10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  9          6            3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Rule: ineligible here only means transition_flag=True.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